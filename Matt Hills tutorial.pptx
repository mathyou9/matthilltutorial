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28"/>
    <p:restoredTop sz="94714"/>
  </p:normalViewPr>
  <p:slideViewPr>
    <p:cSldViewPr snapToGrid="0" snapToObjects="1">
      <p:cViewPr varScale="1">
        <p:scale>
          <a:sx n="92" d="100"/>
          <a:sy n="92" d="100"/>
        </p:scale>
        <p:origin x="17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2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6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9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2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1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2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4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BB914-B1E7-014E-A490-C720F9D8DD20}" type="datetimeFigureOut">
              <a:rPr lang="en-US" smtClean="0"/>
              <a:t>8/16/18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9CF12-DDE9-9942-92E2-3511C9102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Source</a:t>
            </a:r>
            <a:br>
              <a:rPr lang="en-US" dirty="0" smtClean="0"/>
            </a:br>
            <a:r>
              <a:rPr lang="en-US" dirty="0" smtClean="0"/>
              <a:t>Guide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85016" y="4222679"/>
            <a:ext cx="281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3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88273" y="409070"/>
            <a:ext cx="54154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Evaluating</a:t>
            </a:r>
            <a:r>
              <a:rPr lang="en-US" sz="540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Sources</a:t>
            </a:r>
            <a:endParaRPr lang="en-US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61526" y="1984257"/>
            <a:ext cx="50689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Selecting 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</a:t>
            </a:r>
            <a:endParaRPr lang="en-US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9933" y="3369252"/>
            <a:ext cx="45521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Writing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7864" y="4944439"/>
            <a:ext cx="49162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Writing Checklist</a:t>
            </a:r>
            <a:endParaRPr lang="en-US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03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3066" y="604279"/>
            <a:ext cx="62930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 </a:t>
            </a:r>
            <a:r>
              <a:rPr lang="en-US" sz="5400" b="0" cap="none" spc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Research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1844" y="4457088"/>
            <a:ext cx="54154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Evaluating Sources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680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-12357"/>
            <a:ext cx="273119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504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86497" y="112924"/>
            <a:ext cx="307032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Evaluating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132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87826" y="112924"/>
            <a:ext cx="307032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Evaluating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76645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7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55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34089" y="404244"/>
            <a:ext cx="272382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Selecting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02629" y="2967335"/>
            <a:ext cx="23867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6697" y="4117263"/>
            <a:ext cx="31186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Secondary</a:t>
            </a:r>
            <a:endParaRPr lang="en-US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30685" y="5253336"/>
            <a:ext cx="2330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Tertiary</a:t>
            </a:r>
          </a:p>
        </p:txBody>
      </p:sp>
    </p:spTree>
    <p:extLst>
      <p:ext uri="{BB962C8B-B14F-4D97-AF65-F5344CB8AC3E}">
        <p14:creationId xmlns:p14="http://schemas.microsoft.com/office/powerpoint/2010/main" val="116653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99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52400"/>
            <a:ext cx="258436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Scholarship</a:t>
            </a:r>
          </a:p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 a</a:t>
            </a:r>
          </a:p>
          <a:p>
            <a:pPr algn="ctr"/>
            <a:r>
              <a:rPr lang="en-US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conversation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60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5978" y="168717"/>
            <a:ext cx="237270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Using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668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1584" y="481566"/>
            <a:ext cx="273119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</a:t>
            </a:r>
          </a:p>
          <a:p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Writing</a:t>
            </a:r>
          </a:p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51584" y="3114258"/>
            <a:ext cx="2388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1584" y="3751567"/>
            <a:ext cx="57790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 Read, Read, 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1584" y="4473547"/>
            <a:ext cx="2473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 Holes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584" y="5157011"/>
            <a:ext cx="30136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4) Narrow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1584" y="5800935"/>
            <a:ext cx="48108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5) Using Sources</a:t>
            </a:r>
          </a:p>
        </p:txBody>
      </p:sp>
    </p:spTree>
    <p:extLst>
      <p:ext uri="{BB962C8B-B14F-4D97-AF65-F5344CB8AC3E}">
        <p14:creationId xmlns:p14="http://schemas.microsoft.com/office/powerpoint/2010/main" val="182812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24267" y="653626"/>
            <a:ext cx="13997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Idea</a:t>
            </a:r>
          </a:p>
        </p:txBody>
      </p:sp>
    </p:spTree>
    <p:extLst>
      <p:ext uri="{BB962C8B-B14F-4D97-AF65-F5344CB8AC3E}">
        <p14:creationId xmlns:p14="http://schemas.microsoft.com/office/powerpoint/2010/main" val="25357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29177" y="653626"/>
            <a:ext cx="1589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203768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6335" y="653626"/>
            <a:ext cx="17556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Holes</a:t>
            </a:r>
          </a:p>
        </p:txBody>
      </p:sp>
    </p:spTree>
    <p:extLst>
      <p:ext uri="{BB962C8B-B14F-4D97-AF65-F5344CB8AC3E}">
        <p14:creationId xmlns:p14="http://schemas.microsoft.com/office/powerpoint/2010/main" val="145627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0" y="0"/>
            <a:ext cx="4048018" cy="2845942"/>
          </a:xfrm>
          <a:custGeom>
            <a:avLst/>
            <a:gdLst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4048018 w 4048018"/>
              <a:gd name="connsiteY2" fmla="*/ 284594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301411 w 4048018"/>
              <a:gd name="connsiteY2" fmla="*/ 1695236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270589 w 4048018"/>
              <a:gd name="connsiteY2" fmla="*/ 1715784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517724 w 4048018"/>
              <a:gd name="connsiteY2" fmla="*/ 1826995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  <a:gd name="connsiteX0" fmla="*/ 0 w 4048018"/>
              <a:gd name="connsiteY0" fmla="*/ 0 h 2845942"/>
              <a:gd name="connsiteX1" fmla="*/ 4048018 w 4048018"/>
              <a:gd name="connsiteY1" fmla="*/ 0 h 2845942"/>
              <a:gd name="connsiteX2" fmla="*/ 2493011 w 4048018"/>
              <a:gd name="connsiteY2" fmla="*/ 1876422 h 2845942"/>
              <a:gd name="connsiteX3" fmla="*/ 0 w 4048018"/>
              <a:gd name="connsiteY3" fmla="*/ 2845942 h 2845942"/>
              <a:gd name="connsiteX4" fmla="*/ 0 w 4048018"/>
              <a:gd name="connsiteY4" fmla="*/ 0 h 284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018" h="2845942">
                <a:moveTo>
                  <a:pt x="0" y="0"/>
                </a:moveTo>
                <a:lnTo>
                  <a:pt x="4048018" y="0"/>
                </a:lnTo>
                <a:cubicBezTo>
                  <a:pt x="2294006" y="436003"/>
                  <a:pt x="3085487" y="1304494"/>
                  <a:pt x="2493011" y="1876422"/>
                </a:cubicBezTo>
                <a:cubicBezTo>
                  <a:pt x="1736148" y="2253141"/>
                  <a:pt x="633296" y="1604250"/>
                  <a:pt x="0" y="2845942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76390" y="653626"/>
            <a:ext cx="22955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Narrow</a:t>
            </a:r>
          </a:p>
        </p:txBody>
      </p:sp>
    </p:spTree>
    <p:extLst>
      <p:ext uri="{BB962C8B-B14F-4D97-AF65-F5344CB8AC3E}">
        <p14:creationId xmlns:p14="http://schemas.microsoft.com/office/powerpoint/2010/main" val="79446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59</Words>
  <Application>Microsoft Macintosh PowerPoint</Application>
  <PresentationFormat>Widescreen</PresentationFormat>
  <Paragraphs>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Arial</vt:lpstr>
      <vt:lpstr>Office Theme</vt:lpstr>
      <vt:lpstr>Source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Guide</dc:title>
  <dc:creator>ilearningbyu@gmail.com</dc:creator>
  <cp:lastModifiedBy>ilearningbyu@gmail.com</cp:lastModifiedBy>
  <cp:revision>6</cp:revision>
  <dcterms:created xsi:type="dcterms:W3CDTF">2018-08-15T17:41:53Z</dcterms:created>
  <dcterms:modified xsi:type="dcterms:W3CDTF">2018-08-17T15:22:05Z</dcterms:modified>
</cp:coreProperties>
</file>